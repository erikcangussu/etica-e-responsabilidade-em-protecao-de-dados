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6" r:id="rId9"/>
    <p:sldId id="264" r:id="rId10"/>
    <p:sldId id="265" r:id="rId11"/>
    <p:sldId id="259" r:id="rId12"/>
    <p:sldId id="261" r:id="rId13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PROTEÇÃO DE DADOS PESSOAIS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SOUZA, DP 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Erik Coutinho Canguçu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A.D.S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Proteção de dados pessoais em interações com IA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Até qual ponto podemos fornecer informações pessoais para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IA’s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?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1 - Identificar se há segurança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2 - Analisar como ela funciona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3 - Verificar a informação de usuários sobre a questão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9F816-5A68-4574-BC61-3B917E3E6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5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00907A-3B9C-4DBC-A40E-E8D5E12A3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9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A análise foi organizada por dois eixos: proteção de dados e desafios regulatórios; confidencialidade e responsabilidade profissional. Os estudos foram comparados quanto aos objetivos, às abordagens e às contribuições. Como não houve busca sistemática independente em múltiplas bases, não se pretende apresentar esta investigação como revisão sistemática.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Ignorância tecnológica não é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admissivél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juridicamente.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LGPD construiu uma forte proteção dos dados e privacidade.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Desafios sobre a proteção de dados e os riscos éticos e sociais.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Avanços tecnológicos cada vez mais rápidos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Conciliar inovação e proteção de dados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Perspectivas complementares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IA generativa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Políticas de confidencialidade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Mecanismos de auditoria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SALOMÃO, Pedro Emílio Amador; LEONARDE, Geovana Silveira Soares. A convergência crítica entre a Lei Geral de Proteção de Dados (LGPD) e a inteligência artificial: desafios e perspectivas jurídicas no cenário brasileiro. Revista Multidisciplinar do Nordeste Mineiro, v. 7, n. 2, p. 1–19, 2026.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VOLPE, Michele Cristine Soares Campos; SALIM, Giovanna Mantovani. O uso de inteligência artificial generativa por profissionais do Direito e o dever de proteção de dados confidenciais. Revista Ibero-Americana de Humanidades, Ciências e Educação, v. 12, n. 5, 2026.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ROVER, Aires José. Um panorama bibliométrico da proteção de dados e da privacidade em contexto de avanço da inteligência artificial.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Scire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Representación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y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Organización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del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Conocimiento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, v. 30, n. 1, p. 49–58, 2024.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pt-BR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A Inteligência Artificial é uma disciplina que </a:t>
            </a:r>
            <a:r>
              <a:rPr lang="pt-BR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re-centemente</a:t>
            </a:r>
            <a:r>
              <a:rPr lang="pt-BR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alcançou a maturidade.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350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ERIK</cp:lastModifiedBy>
  <cp:revision>22</cp:revision>
  <dcterms:created xsi:type="dcterms:W3CDTF">2021-05-14T17:32:15Z</dcterms:created>
  <dcterms:modified xsi:type="dcterms:W3CDTF">2026-10-15T00:08:37Z</dcterms:modified>
</cp:coreProperties>
</file>